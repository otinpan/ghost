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0" r:id="rId4"/>
    <p:sldId id="257" r:id="rId5"/>
    <p:sldId id="259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>
        <p:scale>
          <a:sx n="91" d="100"/>
          <a:sy n="91" d="100"/>
        </p:scale>
        <p:origin x="3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FEEFD-D2B5-4FD4-9CC4-DD5B022FC556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A0566-2837-429E-9288-81FDC357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49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A0566-2837-429E-9288-81FDC35735F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813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F3CC80-6CD3-B50D-A344-1A6C3D30C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3191BB-497A-9D6E-5C68-F73D60AC5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74AEA4-9850-6829-8D75-324D996D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4B54EA-5EE9-D8B8-5753-D42128F18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831296-057E-4C98-BA20-EDB7F12A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01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23B423-ED47-8A0F-6917-B3D44E24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EB8890-8EE3-358C-8408-4A41A920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851936-F6F6-6C6E-5687-39DB995E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A9067E-FE79-5183-DB8A-FA5AB46F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F0152D-DD61-EA08-1BEF-173D26E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77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9F5FB7-5844-AF3D-156D-759D9FB7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4E1C5-73D0-4540-875E-209FFAE6A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7EF619-910C-E9DA-F184-4C96AB899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19D867-AE9C-3420-4A52-F29C4AC9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AA1EFC-94A1-B723-9C39-EC143E05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90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8D352-1755-FC83-C115-EBDA82F9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0BCF36-CB62-F944-F8F6-E5963BBE4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468054-2F2C-BD56-0FD8-F466DBB73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43CFA7-1C37-A5A3-1262-1E1F638C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D48329-8A94-3F14-3051-95CBB2A9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C075D9-9D1B-30DB-B317-894C4436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67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55A47-2BA7-12F2-20A1-49D4D933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17F17A-BD7A-0EA7-A268-11E1C85D6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849B04-F94D-2EDF-227C-45A6179CE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9E7D7B-8276-3B32-F9F9-D8A55A636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F13B72-A0FA-7513-42B7-F7E0894C1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56CA3C-FAA4-431A-B13C-F43DF623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DBFCB0-3D52-6854-61BD-4A891848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0A69839-BEF8-EE16-8F24-557640F3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42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3D012-E998-F692-3F8A-CEB3D79E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947EC6-B043-9703-8C80-CEBAC726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121F2B-40A7-9A82-926C-E30DD0DF1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CFF661-F7C5-0DB3-1180-F743C4DF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91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B2981B-ABB2-6041-7445-00BEBE63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9691523-F6A1-D278-8B42-4134064E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B9B54F-1172-E0C9-76EF-BABAF7D6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658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D3147-DD6D-43D6-012E-587BA677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A1E92F-340B-DBDE-07A2-ADD95627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6C4A9C-747F-666D-7135-C84AD67A6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FE636F-2F8B-68B4-284D-51385B33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DBBB1C-167B-4ADD-5536-D7DAE795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070C5C-F093-B030-1935-0277DD66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44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30E08-5884-90F7-986C-A26D2182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BD4C0D7-2D36-9473-AE3C-3E50DCF66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E2A7FD-B566-60BD-DBC0-6EC10978A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324947-1454-A6E9-3A0D-D18147D9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17FE3C-CEA2-5C69-0E4B-943DB89F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843C51-8428-1B14-2EF9-BB649E86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95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5AC4E-297B-2F67-E1D2-573642832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DC142B-F1B4-E444-F277-8912A6899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A5D1BC-4EF1-F7BE-2A98-010790D0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5262E1-71B2-BC46-FDB9-D4CEE6D1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4BDE6D-592E-0380-7ECC-31C47DE4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20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73C16E-89AC-4319-1D92-E46094CFF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5922DB-6439-E2BE-7D48-74F3635C2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F64234-B36B-7C51-D303-79D4BADA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6CF4FD-3F64-5650-821D-5F9D2E1F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880D29-065B-D053-E7B3-7BE8DA48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561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9C3C55-CC36-D487-9B8B-6D294347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26D3D-63F8-CFA1-69B7-F9C2617AF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4C7F15-BB4C-BFF2-30BD-1167E03B1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A0CD9-1D42-486C-9707-0743F1DCC92C}" type="datetimeFigureOut">
              <a:rPr kumimoji="1" lang="ja-JP" altLang="en-US" smtClean="0"/>
              <a:t>2026/1/30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46B98F-67C1-AA9C-E232-A251B3E76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72EA4B-D8B1-4073-E570-279E7CF40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D2C33-0B9B-4FF0-B84E-89C9B18A62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77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283E4BB0-F25D-836C-D3AE-A3B4F215B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3" y="1528598"/>
            <a:ext cx="7407667" cy="452416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FDC6D1-9235-2968-8A31-3CB9D08F4E1D}"/>
              </a:ext>
            </a:extLst>
          </p:cNvPr>
          <p:cNvSpPr txBox="1"/>
          <p:nvPr/>
        </p:nvSpPr>
        <p:spPr>
          <a:xfrm>
            <a:off x="5472698" y="2486345"/>
            <a:ext cx="1530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solidFill>
                  <a:schemeClr val="bg1"/>
                </a:solidFill>
              </a:rPr>
              <a:t>Ghost</a:t>
            </a:r>
            <a:endParaRPr kumimoji="1"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CDD09B-C609-2067-CF2F-9501AF080D4E}"/>
              </a:ext>
            </a:extLst>
          </p:cNvPr>
          <p:cNvSpPr txBox="1"/>
          <p:nvPr/>
        </p:nvSpPr>
        <p:spPr>
          <a:xfrm>
            <a:off x="5330575" y="3633212"/>
            <a:ext cx="1530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chemeClr val="bg1"/>
                </a:solidFill>
              </a:rPr>
              <a:t>Escapee</a:t>
            </a:r>
            <a:endParaRPr kumimoji="1" lang="ja-JP" altLang="en-US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D6C6419-6EA6-612D-E178-C7EB0237CD23}"/>
              </a:ext>
            </a:extLst>
          </p:cNvPr>
          <p:cNvSpPr txBox="1"/>
          <p:nvPr/>
        </p:nvSpPr>
        <p:spPr>
          <a:xfrm>
            <a:off x="7700479" y="1916315"/>
            <a:ext cx="1530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Ghost</a:t>
            </a:r>
            <a:endParaRPr kumimoji="1" lang="ja-JP" altLang="en-US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FF1AA4D-E917-4FB5-047F-F943692BAFA3}"/>
              </a:ext>
            </a:extLst>
          </p:cNvPr>
          <p:cNvSpPr txBox="1"/>
          <p:nvPr/>
        </p:nvSpPr>
        <p:spPr>
          <a:xfrm>
            <a:off x="821932" y="1074498"/>
            <a:ext cx="6734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このゲームには</a:t>
            </a:r>
            <a:r>
              <a:rPr lang="en-US" altLang="ja-JP" sz="2000" b="1" dirty="0"/>
              <a:t>1</a:t>
            </a:r>
            <a:r>
              <a:rPr lang="ja-JP" altLang="en-US" sz="2000" b="1" dirty="0"/>
              <a:t>人の</a:t>
            </a:r>
            <a:r>
              <a:rPr lang="en-US" altLang="ja-JP" sz="2000" b="1" dirty="0"/>
              <a:t>Ghost</a:t>
            </a:r>
            <a:r>
              <a:rPr lang="ja-JP" altLang="en-US" sz="2000" b="1" dirty="0"/>
              <a:t>と複数人の</a:t>
            </a:r>
            <a:r>
              <a:rPr lang="en-US" altLang="ja-JP" sz="2000" b="1" dirty="0"/>
              <a:t>Escapee</a:t>
            </a:r>
            <a:r>
              <a:rPr lang="ja-JP" altLang="en-US" sz="2000" b="1" dirty="0"/>
              <a:t>がいます</a:t>
            </a:r>
            <a:endParaRPr kumimoji="1" lang="ja-JP" altLang="en-US" sz="20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790607A-CD29-06BD-712A-2C9EF601F1E2}"/>
              </a:ext>
            </a:extLst>
          </p:cNvPr>
          <p:cNvSpPr txBox="1"/>
          <p:nvPr/>
        </p:nvSpPr>
        <p:spPr>
          <a:xfrm>
            <a:off x="7700479" y="2356609"/>
            <a:ext cx="4587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全ての</a:t>
            </a:r>
            <a:r>
              <a:rPr kumimoji="1" lang="en-US" altLang="ja-JP" sz="2000" b="1" dirty="0"/>
              <a:t>Escapee</a:t>
            </a:r>
            <a:r>
              <a:rPr kumimoji="1" lang="ja-JP" altLang="en-US" sz="2000" b="1" dirty="0"/>
              <a:t>を捕まえれば勝ちです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FEB8E8B-591C-CAE5-1823-FE3711DF338A}"/>
              </a:ext>
            </a:extLst>
          </p:cNvPr>
          <p:cNvSpPr txBox="1"/>
          <p:nvPr/>
        </p:nvSpPr>
        <p:spPr>
          <a:xfrm>
            <a:off x="7700479" y="3167642"/>
            <a:ext cx="1530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Escapee</a:t>
            </a:r>
            <a:endParaRPr kumimoji="1" lang="ja-JP" altLang="en-US" sz="20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D02220D-B41C-7B45-2B79-F72117929459}"/>
              </a:ext>
            </a:extLst>
          </p:cNvPr>
          <p:cNvSpPr txBox="1"/>
          <p:nvPr/>
        </p:nvSpPr>
        <p:spPr>
          <a:xfrm>
            <a:off x="7700479" y="3648120"/>
            <a:ext cx="4258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Ghost</a:t>
            </a:r>
            <a:r>
              <a:rPr lang="ja-JP" altLang="en-US" sz="2000" b="1" dirty="0"/>
              <a:t>の体力を</a:t>
            </a:r>
            <a:r>
              <a:rPr lang="en-US" altLang="ja-JP" sz="2000" b="1" dirty="0"/>
              <a:t>0</a:t>
            </a:r>
            <a:r>
              <a:rPr lang="ja-JP" altLang="en-US" sz="2000" b="1" dirty="0"/>
              <a:t>にしたら勝ちです</a:t>
            </a:r>
            <a:endParaRPr kumimoji="1" lang="ja-JP" altLang="en-US" sz="20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F3DC36-76B6-7137-584D-01AB5EC12B79}"/>
              </a:ext>
            </a:extLst>
          </p:cNvPr>
          <p:cNvSpPr txBox="1"/>
          <p:nvPr/>
        </p:nvSpPr>
        <p:spPr>
          <a:xfrm>
            <a:off x="7655958" y="5070174"/>
            <a:ext cx="453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タイマーが</a:t>
            </a:r>
            <a:r>
              <a:rPr kumimoji="1" lang="en-US" altLang="ja-JP" sz="2000" b="1" dirty="0"/>
              <a:t>0</a:t>
            </a:r>
            <a:r>
              <a:rPr kumimoji="1" lang="ja-JP" altLang="en-US" sz="2000" b="1" dirty="0"/>
              <a:t>になったら引き分けです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2AD203-7DD9-E58C-03EA-225EBC523F3F}"/>
              </a:ext>
            </a:extLst>
          </p:cNvPr>
          <p:cNvSpPr txBox="1"/>
          <p:nvPr/>
        </p:nvSpPr>
        <p:spPr>
          <a:xfrm>
            <a:off x="265414" y="455139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基本ルール</a:t>
            </a:r>
          </a:p>
        </p:txBody>
      </p:sp>
    </p:spTree>
    <p:extLst>
      <p:ext uri="{BB962C8B-B14F-4D97-AF65-F5344CB8AC3E}">
        <p14:creationId xmlns:p14="http://schemas.microsoft.com/office/powerpoint/2010/main" val="134013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63DC-0CBC-8621-D01C-D2ACABF4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座る, 花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471477C-94E3-97D3-44CC-A1A627EBA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06" y="1740614"/>
            <a:ext cx="1574388" cy="1574388"/>
          </a:xfrm>
          <a:prstGeom prst="rect">
            <a:avLst/>
          </a:prstGeom>
        </p:spPr>
      </p:pic>
      <p:pic>
        <p:nvPicPr>
          <p:cNvPr id="4" name="図 3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E146B9FB-C29D-B327-55E7-AEB14BA7D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229" y="4585981"/>
            <a:ext cx="1409772" cy="14669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B2A032-9744-8D95-745C-DE8C47C19EA3}"/>
              </a:ext>
            </a:extLst>
          </p:cNvPr>
          <p:cNvSpPr txBox="1"/>
          <p:nvPr/>
        </p:nvSpPr>
        <p:spPr>
          <a:xfrm>
            <a:off x="265414" y="455139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Escapee</a:t>
            </a:r>
            <a:r>
              <a:rPr kumimoji="1" lang="ja-JP" altLang="en-US" sz="3600" b="1" dirty="0"/>
              <a:t>の操作</a:t>
            </a:r>
          </a:p>
        </p:txBody>
      </p:sp>
      <p:pic>
        <p:nvPicPr>
          <p:cNvPr id="7" name="図 6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C2BFF8E0-5388-ACBF-7905-DF6255D61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137" y="1669312"/>
            <a:ext cx="1715607" cy="1646055"/>
          </a:xfrm>
          <a:prstGeom prst="rect">
            <a:avLst/>
          </a:prstGeom>
        </p:spPr>
      </p:pic>
      <p:sp>
        <p:nvSpPr>
          <p:cNvPr id="9" name="矢印: 左右 8">
            <a:extLst>
              <a:ext uri="{FF2B5EF4-FFF2-40B4-BE49-F238E27FC236}">
                <a16:creationId xmlns:a16="http://schemas.microsoft.com/office/drawing/2014/main" id="{0472FC68-A33A-D2C1-829D-AC71BB590624}"/>
              </a:ext>
            </a:extLst>
          </p:cNvPr>
          <p:cNvSpPr/>
          <p:nvPr/>
        </p:nvSpPr>
        <p:spPr>
          <a:xfrm>
            <a:off x="3074585" y="2345976"/>
            <a:ext cx="1089060" cy="379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549650-BE76-3651-686F-792ECF76EFCB}"/>
              </a:ext>
            </a:extLst>
          </p:cNvPr>
          <p:cNvSpPr txBox="1"/>
          <p:nvPr/>
        </p:nvSpPr>
        <p:spPr>
          <a:xfrm>
            <a:off x="6909368" y="1875434"/>
            <a:ext cx="4849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暗闇の中では点滅を繰り返します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2FF396-A359-D843-093E-B2EC60851AF1}"/>
              </a:ext>
            </a:extLst>
          </p:cNvPr>
          <p:cNvSpPr txBox="1"/>
          <p:nvPr/>
        </p:nvSpPr>
        <p:spPr>
          <a:xfrm>
            <a:off x="6909368" y="2330696"/>
            <a:ext cx="4849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Ghost</a:t>
            </a:r>
            <a:r>
              <a:rPr kumimoji="1" lang="ja-JP" altLang="en-US" sz="2000" b="1" dirty="0"/>
              <a:t>に近づくと点滅が速くなります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BA04AA-4265-9390-0F1D-9A5C0F994DEF}"/>
              </a:ext>
            </a:extLst>
          </p:cNvPr>
          <p:cNvSpPr txBox="1"/>
          <p:nvPr/>
        </p:nvSpPr>
        <p:spPr>
          <a:xfrm>
            <a:off x="6096000" y="3748755"/>
            <a:ext cx="6232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JoyCon</a:t>
            </a:r>
            <a:r>
              <a:rPr kumimoji="1" lang="ja-JP" altLang="en-US" sz="2000" b="1" dirty="0"/>
              <a:t>なら</a:t>
            </a:r>
            <a:r>
              <a:rPr kumimoji="1" lang="en-US" altLang="ja-JP" sz="2000" b="1" dirty="0"/>
              <a:t>R</a:t>
            </a:r>
            <a:r>
              <a:rPr kumimoji="1" lang="ja-JP" altLang="en-US" sz="2000" b="1" dirty="0"/>
              <a:t>ボタン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キーボードならマウスの左クリック </a:t>
            </a:r>
            <a:r>
              <a:rPr kumimoji="1" lang="en-US" altLang="ja-JP" sz="2000" b="1" dirty="0"/>
              <a:t>or </a:t>
            </a:r>
            <a:r>
              <a:rPr lang="ja-JP" altLang="en-US" sz="2000" b="1" dirty="0"/>
              <a:t>右矢印キー</a:t>
            </a:r>
            <a:endParaRPr kumimoji="1" lang="ja-JP" altLang="en-US" sz="20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16F3430-3423-21DB-B462-3F45EEC12EEE}"/>
              </a:ext>
            </a:extLst>
          </p:cNvPr>
          <p:cNvSpPr txBox="1"/>
          <p:nvPr/>
        </p:nvSpPr>
        <p:spPr>
          <a:xfrm>
            <a:off x="6095998" y="4435201"/>
            <a:ext cx="623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でライトを照らすことが出来ます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D5158C4-0DCA-ED48-8D7A-D6AC8C289E3C}"/>
              </a:ext>
            </a:extLst>
          </p:cNvPr>
          <p:cNvSpPr txBox="1"/>
          <p:nvPr/>
        </p:nvSpPr>
        <p:spPr>
          <a:xfrm>
            <a:off x="6095998" y="6150114"/>
            <a:ext cx="623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Ghost</a:t>
            </a:r>
            <a:r>
              <a:rPr lang="ja-JP" altLang="en-US" sz="2000" b="1" dirty="0"/>
              <a:t>を</a:t>
            </a:r>
            <a:r>
              <a:rPr kumimoji="1" lang="ja-JP" altLang="en-US" sz="2000" b="1" dirty="0"/>
              <a:t>ライト</a:t>
            </a:r>
            <a:r>
              <a:rPr lang="ja-JP" altLang="en-US" sz="2000" b="1" dirty="0"/>
              <a:t>で</a:t>
            </a:r>
            <a:r>
              <a:rPr kumimoji="1" lang="ja-JP" altLang="en-US" sz="2000" b="1" dirty="0"/>
              <a:t>照らし体力を０にしましょう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FDE401-A10F-FD51-3D12-08CF3945CAA0}"/>
              </a:ext>
            </a:extLst>
          </p:cNvPr>
          <p:cNvSpPr txBox="1"/>
          <p:nvPr/>
        </p:nvSpPr>
        <p:spPr>
          <a:xfrm>
            <a:off x="6095999" y="5024379"/>
            <a:ext cx="6232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JoyCon</a:t>
            </a:r>
            <a:r>
              <a:rPr kumimoji="1" lang="ja-JP" altLang="en-US" sz="2000" b="1" dirty="0"/>
              <a:t>なら</a:t>
            </a:r>
            <a:r>
              <a:rPr lang="en-US" altLang="ja-JP" sz="2000" b="1" dirty="0"/>
              <a:t>A</a:t>
            </a:r>
            <a:r>
              <a:rPr kumimoji="1" lang="ja-JP" altLang="en-US" sz="2000" b="1" dirty="0"/>
              <a:t>ボタン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キーボードならマウスの右クリック </a:t>
            </a:r>
            <a:r>
              <a:rPr kumimoji="1" lang="en-US" altLang="ja-JP" sz="2000" b="1" dirty="0"/>
              <a:t>or </a:t>
            </a:r>
            <a:r>
              <a:rPr lang="ja-JP" altLang="en-US" sz="2000" b="1" dirty="0"/>
              <a:t>左矢印キー</a:t>
            </a:r>
            <a:endParaRPr kumimoji="1" lang="ja-JP" altLang="en-US" sz="2000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33BA4FF-C649-3E3B-3BE4-7CB262BBE7F0}"/>
              </a:ext>
            </a:extLst>
          </p:cNvPr>
          <p:cNvSpPr txBox="1"/>
          <p:nvPr/>
        </p:nvSpPr>
        <p:spPr>
          <a:xfrm>
            <a:off x="6095999" y="5670710"/>
            <a:ext cx="623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で方向を変えないで移動することが出来ます</a:t>
            </a:r>
          </a:p>
        </p:txBody>
      </p:sp>
    </p:spTree>
    <p:extLst>
      <p:ext uri="{BB962C8B-B14F-4D97-AF65-F5344CB8AC3E}">
        <p14:creationId xmlns:p14="http://schemas.microsoft.com/office/powerpoint/2010/main" val="356905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A082B-D97D-8BBB-F575-68EADA789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モニター画面に映る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03C6CA92-0124-21C6-D38A-819A5999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37" y="1603969"/>
            <a:ext cx="2043759" cy="2028393"/>
          </a:xfrm>
          <a:prstGeom prst="rect">
            <a:avLst/>
          </a:prstGeom>
        </p:spPr>
      </p:pic>
      <p:pic>
        <p:nvPicPr>
          <p:cNvPr id="6" name="図 5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D23AD23E-8D9C-72B2-1B92-FBB0BD264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570" y="1603969"/>
            <a:ext cx="2114099" cy="202839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C958DA-5D20-5064-68F0-36F2D8F42EF5}"/>
              </a:ext>
            </a:extLst>
          </p:cNvPr>
          <p:cNvSpPr txBox="1"/>
          <p:nvPr/>
        </p:nvSpPr>
        <p:spPr>
          <a:xfrm>
            <a:off x="265414" y="455139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/>
              <a:t>Ghost</a:t>
            </a:r>
            <a:r>
              <a:rPr kumimoji="1" lang="ja-JP" altLang="en-US" sz="3600" b="1" dirty="0"/>
              <a:t>の操作</a:t>
            </a:r>
          </a:p>
        </p:txBody>
      </p:sp>
      <p:sp>
        <p:nvSpPr>
          <p:cNvPr id="10" name="矢印: 左右 9">
            <a:extLst>
              <a:ext uri="{FF2B5EF4-FFF2-40B4-BE49-F238E27FC236}">
                <a16:creationId xmlns:a16="http://schemas.microsoft.com/office/drawing/2014/main" id="{8581F142-E715-8D86-1651-801742522215}"/>
              </a:ext>
            </a:extLst>
          </p:cNvPr>
          <p:cNvSpPr/>
          <p:nvPr/>
        </p:nvSpPr>
        <p:spPr>
          <a:xfrm>
            <a:off x="2931689" y="2428275"/>
            <a:ext cx="1089060" cy="37977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30E56B-8635-AD74-4632-EC5ADDE156B0}"/>
              </a:ext>
            </a:extLst>
          </p:cNvPr>
          <p:cNvSpPr txBox="1"/>
          <p:nvPr/>
        </p:nvSpPr>
        <p:spPr>
          <a:xfrm>
            <a:off x="6281514" y="1833924"/>
            <a:ext cx="5957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JoyCon</a:t>
            </a:r>
            <a:r>
              <a:rPr kumimoji="1" lang="ja-JP" altLang="en-US" sz="2000" b="1" dirty="0"/>
              <a:t>なら</a:t>
            </a:r>
            <a:r>
              <a:rPr kumimoji="1" lang="en-US" altLang="ja-JP" sz="2000" b="1" dirty="0"/>
              <a:t>R</a:t>
            </a:r>
            <a:r>
              <a:rPr kumimoji="1" lang="ja-JP" altLang="en-US" sz="2000" b="1" dirty="0"/>
              <a:t>ボタン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キーボードならマウスの左クリック </a:t>
            </a:r>
            <a:r>
              <a:rPr kumimoji="1" lang="en-US" altLang="ja-JP" sz="2000" b="1" dirty="0"/>
              <a:t>or </a:t>
            </a:r>
            <a:r>
              <a:rPr lang="ja-JP" altLang="en-US" sz="2000" b="1" dirty="0"/>
              <a:t>右矢印キー</a:t>
            </a:r>
            <a:endParaRPr kumimoji="1" lang="ja-JP" altLang="en-US" sz="20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995675-DAD6-0878-29F3-A8EC44D6BFE1}"/>
              </a:ext>
            </a:extLst>
          </p:cNvPr>
          <p:cNvSpPr txBox="1"/>
          <p:nvPr/>
        </p:nvSpPr>
        <p:spPr>
          <a:xfrm>
            <a:off x="6281514" y="2762121"/>
            <a:ext cx="5957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で透明になることが出来ます</a:t>
            </a:r>
            <a:endParaRPr kumimoji="1" lang="ja-JP" altLang="en-US" sz="20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62D28F1-D245-561C-9A02-429A4A945137}"/>
              </a:ext>
            </a:extLst>
          </p:cNvPr>
          <p:cNvSpPr txBox="1"/>
          <p:nvPr/>
        </p:nvSpPr>
        <p:spPr>
          <a:xfrm>
            <a:off x="6281514" y="5818409"/>
            <a:ext cx="5957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Escapee</a:t>
            </a:r>
            <a:r>
              <a:rPr kumimoji="1" lang="ja-JP" altLang="en-US" sz="2000" b="1" dirty="0"/>
              <a:t>に体当たりし捕まえましょう</a:t>
            </a:r>
          </a:p>
        </p:txBody>
      </p:sp>
      <p:pic>
        <p:nvPicPr>
          <p:cNvPr id="16" name="図 15" descr="じょうご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E6EA4B6-1E41-3C97-6153-E57479EBA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328" y="4355735"/>
            <a:ext cx="2265585" cy="202839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CA643E4-27B8-E0FA-DC20-4782C38C2C31}"/>
              </a:ext>
            </a:extLst>
          </p:cNvPr>
          <p:cNvSpPr txBox="1"/>
          <p:nvPr/>
        </p:nvSpPr>
        <p:spPr>
          <a:xfrm>
            <a:off x="6281514" y="4968867"/>
            <a:ext cx="5957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照らされて体力が０になると負けです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2098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黒い背景と白い文字の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16B9C428-F4E5-7721-2B4D-5134DBBC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29" y="4051682"/>
            <a:ext cx="3058756" cy="2635406"/>
          </a:xfrm>
          <a:prstGeom prst="rect">
            <a:avLst/>
          </a:prstGeom>
        </p:spPr>
      </p:pic>
      <p:pic>
        <p:nvPicPr>
          <p:cNvPr id="9" name="図 8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B0D24D5-E0D6-8EE5-BF56-8349D460D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29" y="1174916"/>
            <a:ext cx="3058756" cy="263540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14533C-438E-A8E5-0515-B48B5DEE7C48}"/>
              </a:ext>
            </a:extLst>
          </p:cNvPr>
          <p:cNvSpPr txBox="1"/>
          <p:nvPr/>
        </p:nvSpPr>
        <p:spPr>
          <a:xfrm>
            <a:off x="265414" y="455139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Escapee</a:t>
            </a:r>
            <a:r>
              <a:rPr kumimoji="1" lang="ja-JP" altLang="en-US" sz="3600" b="1" dirty="0"/>
              <a:t>の操作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EA1096-201F-D5CD-9069-6967A6C460FA}"/>
              </a:ext>
            </a:extLst>
          </p:cNvPr>
          <p:cNvSpPr txBox="1"/>
          <p:nvPr/>
        </p:nvSpPr>
        <p:spPr>
          <a:xfrm>
            <a:off x="5387083" y="2423270"/>
            <a:ext cx="650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Escapee</a:t>
            </a:r>
            <a:r>
              <a:rPr kumimoji="1" lang="ja-JP" altLang="en-US" sz="2400" b="1" dirty="0"/>
              <a:t>は捕まると</a:t>
            </a:r>
            <a:r>
              <a:rPr kumimoji="1" lang="en-US" altLang="ja-JP" sz="2400" b="1" dirty="0"/>
              <a:t>HELP</a:t>
            </a:r>
            <a:r>
              <a:rPr kumimoji="1" lang="ja-JP" altLang="en-US" sz="2400" b="1" dirty="0"/>
              <a:t>と助けを求めます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9D4815-F732-0F7A-5FE6-94C105EB1DAE}"/>
              </a:ext>
            </a:extLst>
          </p:cNvPr>
          <p:cNvSpPr txBox="1"/>
          <p:nvPr/>
        </p:nvSpPr>
        <p:spPr>
          <a:xfrm>
            <a:off x="5387082" y="4538034"/>
            <a:ext cx="650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仲間はライトを当てて助けてあげましょう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717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3107-7C28-66F5-E927-96F00B45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C1DB1131-1B41-115B-DF41-692CBCC05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421" y="5352790"/>
            <a:ext cx="1117712" cy="1064153"/>
          </a:xfrm>
          <a:prstGeom prst="rect">
            <a:avLst/>
          </a:prstGeom>
        </p:spPr>
      </p:pic>
      <p:pic>
        <p:nvPicPr>
          <p:cNvPr id="6" name="図 5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351D92D-D074-9A1D-489F-CB63A6773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61" y="1496065"/>
            <a:ext cx="1110691" cy="1064154"/>
          </a:xfrm>
          <a:prstGeom prst="rect">
            <a:avLst/>
          </a:prstGeom>
        </p:spPr>
      </p:pic>
      <p:pic>
        <p:nvPicPr>
          <p:cNvPr id="8" name="図 7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91AC533-2F18-E5F2-72C4-A89F636FB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710" y="3467382"/>
            <a:ext cx="1114942" cy="1064154"/>
          </a:xfrm>
          <a:prstGeom prst="rect">
            <a:avLst/>
          </a:prstGeom>
        </p:spPr>
      </p:pic>
      <p:pic>
        <p:nvPicPr>
          <p:cNvPr id="10" name="図 9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A5767385-C3A5-A647-92D3-2AD846602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471" y="3450921"/>
            <a:ext cx="1117712" cy="106415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949AC6E-2113-AF97-81D0-9FF89C148B8E}"/>
              </a:ext>
            </a:extLst>
          </p:cNvPr>
          <p:cNvSpPr txBox="1"/>
          <p:nvPr/>
        </p:nvSpPr>
        <p:spPr>
          <a:xfrm>
            <a:off x="265414" y="455139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オブジェクト</a:t>
            </a:r>
          </a:p>
        </p:txBody>
      </p:sp>
      <p:pic>
        <p:nvPicPr>
          <p:cNvPr id="15" name="図 14" descr="黒い背景と白い文字&#10;&#10;AI 生成コンテンツは誤りを含む可能性があります。">
            <a:extLst>
              <a:ext uri="{FF2B5EF4-FFF2-40B4-BE49-F238E27FC236}">
                <a16:creationId xmlns:a16="http://schemas.microsoft.com/office/drawing/2014/main" id="{BB24FAC9-64BE-E01B-0BFD-209DE55C1C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710" y="5338707"/>
            <a:ext cx="1114942" cy="1064154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0ED697A-CC9B-E0BE-EE14-CECE5F5B9859}"/>
              </a:ext>
            </a:extLst>
          </p:cNvPr>
          <p:cNvSpPr txBox="1"/>
          <p:nvPr/>
        </p:nvSpPr>
        <p:spPr>
          <a:xfrm>
            <a:off x="1062471" y="1018382"/>
            <a:ext cx="2215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Candle</a:t>
            </a:r>
            <a:endParaRPr kumimoji="1" lang="ja-JP" altLang="en-US" sz="2400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E1D36F9-B319-D24A-F1A0-853FC55088A2}"/>
              </a:ext>
            </a:extLst>
          </p:cNvPr>
          <p:cNvSpPr txBox="1"/>
          <p:nvPr/>
        </p:nvSpPr>
        <p:spPr>
          <a:xfrm>
            <a:off x="2243133" y="1797309"/>
            <a:ext cx="2976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周りを照らします</a:t>
            </a:r>
            <a:endParaRPr kumimoji="1" lang="ja-JP" altLang="en-US" sz="20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D5FBA7A-C0C5-1EF4-6F34-9C6DB2F92C63}"/>
              </a:ext>
            </a:extLst>
          </p:cNvPr>
          <p:cNvSpPr txBox="1"/>
          <p:nvPr/>
        </p:nvSpPr>
        <p:spPr>
          <a:xfrm>
            <a:off x="6568957" y="2945414"/>
            <a:ext cx="3057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Treasure</a:t>
            </a:r>
            <a:endParaRPr kumimoji="1" lang="ja-JP" altLang="en-US" sz="2400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A7FB3F3-BD89-DE36-17D0-6ACE62C5C060}"/>
              </a:ext>
            </a:extLst>
          </p:cNvPr>
          <p:cNvSpPr txBox="1"/>
          <p:nvPr/>
        </p:nvSpPr>
        <p:spPr>
          <a:xfrm>
            <a:off x="1062471" y="4818917"/>
            <a:ext cx="2215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Key</a:t>
            </a:r>
            <a:endParaRPr kumimoji="1" lang="ja-JP" altLang="en-US" sz="2400" b="1" dirty="0"/>
          </a:p>
        </p:txBody>
      </p:sp>
      <p:pic>
        <p:nvPicPr>
          <p:cNvPr id="21" name="図 2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BED42CDD-E7F3-AEB8-B26D-8775219FE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711" y="1480047"/>
            <a:ext cx="1110692" cy="1080172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768AD1A-65AB-291C-9730-E0D96087EEF2}"/>
              </a:ext>
            </a:extLst>
          </p:cNvPr>
          <p:cNvSpPr txBox="1"/>
          <p:nvPr/>
        </p:nvSpPr>
        <p:spPr>
          <a:xfrm>
            <a:off x="6670295" y="1018382"/>
            <a:ext cx="2215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Door</a:t>
            </a:r>
            <a:endParaRPr kumimoji="1" lang="ja-JP" altLang="en-US" sz="2400" b="1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27C7250-A5D4-EAF5-2C10-83A6F8F71903}"/>
              </a:ext>
            </a:extLst>
          </p:cNvPr>
          <p:cNvSpPr txBox="1"/>
          <p:nvPr/>
        </p:nvSpPr>
        <p:spPr>
          <a:xfrm>
            <a:off x="1019710" y="2945414"/>
            <a:ext cx="2215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Battery</a:t>
            </a:r>
            <a:endParaRPr kumimoji="1" lang="ja-JP" altLang="en-US" sz="2400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4E26635-BCFF-A9CA-BAC1-27B0666DC33D}"/>
              </a:ext>
            </a:extLst>
          </p:cNvPr>
          <p:cNvSpPr txBox="1"/>
          <p:nvPr/>
        </p:nvSpPr>
        <p:spPr>
          <a:xfrm>
            <a:off x="6670293" y="4877042"/>
            <a:ext cx="2215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Patrol</a:t>
            </a:r>
            <a:endParaRPr kumimoji="1" lang="ja-JP" altLang="en-US" sz="24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F94F322-6E64-6FE7-782F-DB81F6B26ACD}"/>
              </a:ext>
            </a:extLst>
          </p:cNvPr>
          <p:cNvSpPr txBox="1"/>
          <p:nvPr/>
        </p:nvSpPr>
        <p:spPr>
          <a:xfrm>
            <a:off x="8097690" y="1690841"/>
            <a:ext cx="3933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Key</a:t>
            </a:r>
            <a:r>
              <a:rPr kumimoji="1" lang="ja-JP" altLang="en-US" sz="2000" b="1" dirty="0"/>
              <a:t>を持っている</a:t>
            </a:r>
            <a:r>
              <a:rPr kumimoji="1" lang="en-US" altLang="ja-JP" sz="2000" b="1" dirty="0"/>
              <a:t>Escapee</a:t>
            </a:r>
            <a:r>
              <a:rPr kumimoji="1" lang="ja-JP" altLang="en-US" sz="2000" b="1" dirty="0"/>
              <a:t>は通ることが出来ます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5399A16-FFCD-EFDD-3412-5BAE06467F83}"/>
              </a:ext>
            </a:extLst>
          </p:cNvPr>
          <p:cNvSpPr txBox="1"/>
          <p:nvPr/>
        </p:nvSpPr>
        <p:spPr>
          <a:xfrm>
            <a:off x="2243133" y="3615391"/>
            <a:ext cx="3933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Escapee</a:t>
            </a:r>
            <a:r>
              <a:rPr lang="ja-JP" altLang="en-US" sz="2000" b="1" dirty="0"/>
              <a:t>はライトの充電を回復できます</a:t>
            </a:r>
            <a:endParaRPr kumimoji="1" lang="ja-JP" altLang="en-US" sz="20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7A21579-DDC3-4AC5-A7F0-F8E50833C774}"/>
              </a:ext>
            </a:extLst>
          </p:cNvPr>
          <p:cNvSpPr txBox="1"/>
          <p:nvPr/>
        </p:nvSpPr>
        <p:spPr>
          <a:xfrm>
            <a:off x="8097690" y="3518325"/>
            <a:ext cx="4094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なにかが入っています</a:t>
            </a:r>
            <a:endParaRPr lang="en-US" altLang="ja-JP" sz="2000" b="1" dirty="0"/>
          </a:p>
          <a:p>
            <a:r>
              <a:rPr kumimoji="1" lang="ja-JP" altLang="en-US" sz="2000" b="1" dirty="0"/>
              <a:t>何も入っていないこともあります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1707B74-552D-CDD6-DED1-3F91C5E4DE4B}"/>
              </a:ext>
            </a:extLst>
          </p:cNvPr>
          <p:cNvSpPr txBox="1"/>
          <p:nvPr/>
        </p:nvSpPr>
        <p:spPr>
          <a:xfrm>
            <a:off x="2333889" y="5584425"/>
            <a:ext cx="3933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Door</a:t>
            </a:r>
            <a:r>
              <a:rPr kumimoji="1" lang="ja-JP" altLang="en-US" sz="2000" b="1" dirty="0"/>
              <a:t>や</a:t>
            </a:r>
            <a:r>
              <a:rPr kumimoji="1" lang="en-US" altLang="ja-JP" sz="2000" b="1" dirty="0"/>
              <a:t>Treasure</a:t>
            </a:r>
            <a:r>
              <a:rPr kumimoji="1" lang="ja-JP" altLang="en-US" sz="2000" b="1" dirty="0"/>
              <a:t>を開けることが出来ます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B5AAB7F-39A4-EFD8-CD7F-0750DF2A1A70}"/>
              </a:ext>
            </a:extLst>
          </p:cNvPr>
          <p:cNvSpPr txBox="1"/>
          <p:nvPr/>
        </p:nvSpPr>
        <p:spPr>
          <a:xfrm>
            <a:off x="7993237" y="5584425"/>
            <a:ext cx="422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ライトを照らしながら巡回します</a:t>
            </a:r>
            <a:endParaRPr lang="en-US" altLang="ja-JP" sz="2000" b="1" dirty="0"/>
          </a:p>
        </p:txBody>
      </p:sp>
    </p:spTree>
    <p:extLst>
      <p:ext uri="{BB962C8B-B14F-4D97-AF65-F5344CB8AC3E}">
        <p14:creationId xmlns:p14="http://schemas.microsoft.com/office/powerpoint/2010/main" val="84422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BAD533E2-9DA1-DB5D-84E1-10BA8CD5B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1233" y="1697490"/>
            <a:ext cx="8431714" cy="473112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9E6298-81F6-6581-A622-EE85513D70BA}"/>
              </a:ext>
            </a:extLst>
          </p:cNvPr>
          <p:cNvSpPr txBox="1"/>
          <p:nvPr/>
        </p:nvSpPr>
        <p:spPr>
          <a:xfrm>
            <a:off x="291172" y="429381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ステージの作成</a:t>
            </a:r>
            <a:endParaRPr kumimoji="1" lang="ja-JP" altLang="en-US" sz="36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B22818-FAC9-526A-D16C-2D506F803F0E}"/>
              </a:ext>
            </a:extLst>
          </p:cNvPr>
          <p:cNvSpPr txBox="1"/>
          <p:nvPr/>
        </p:nvSpPr>
        <p:spPr>
          <a:xfrm>
            <a:off x="2592368" y="1155768"/>
            <a:ext cx="650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あなたが考えたステージ</a:t>
            </a:r>
            <a:r>
              <a:rPr lang="ja-JP" altLang="en-US" sz="2400" b="1" dirty="0"/>
              <a:t>を作成できます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183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4A4AC-A3AF-312C-1F7A-9A5793E3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276188-23BA-477D-E4BD-A2E80FC7B4E9}"/>
              </a:ext>
            </a:extLst>
          </p:cNvPr>
          <p:cNvSpPr txBox="1"/>
          <p:nvPr/>
        </p:nvSpPr>
        <p:spPr>
          <a:xfrm>
            <a:off x="291172" y="429381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/>
              <a:t>AI</a:t>
            </a:r>
            <a:r>
              <a:rPr lang="ja-JP" altLang="en-US" sz="3600" b="1" dirty="0"/>
              <a:t>によるステージの作成</a:t>
            </a:r>
            <a:endParaRPr kumimoji="1" lang="ja-JP" altLang="en-US" sz="36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51B522-3D7E-865A-1236-4666338F0568}"/>
              </a:ext>
            </a:extLst>
          </p:cNvPr>
          <p:cNvSpPr txBox="1"/>
          <p:nvPr/>
        </p:nvSpPr>
        <p:spPr>
          <a:xfrm>
            <a:off x="1926337" y="1271491"/>
            <a:ext cx="8573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/>
              <a:t>AI</a:t>
            </a:r>
            <a:r>
              <a:rPr kumimoji="1" lang="ja-JP" altLang="en-US" sz="2400" b="1" dirty="0"/>
              <a:t>に指示をだし、ステージを作成してもらうこともできます</a:t>
            </a:r>
          </a:p>
        </p:txBody>
      </p:sp>
      <p:pic>
        <p:nvPicPr>
          <p:cNvPr id="11" name="図 10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66BFC2E-9DCD-8AFC-6719-6794C09D1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95" y="2490187"/>
            <a:ext cx="5072689" cy="2865489"/>
          </a:xfrm>
          <a:prstGeom prst="rect">
            <a:avLst/>
          </a:prstGeom>
        </p:spPr>
      </p:pic>
      <p:pic>
        <p:nvPicPr>
          <p:cNvPr id="13" name="図 12" descr="ゲーム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40DCCF3F-609F-976D-8789-8A4C3D4D5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217" y="2490187"/>
            <a:ext cx="5072689" cy="283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82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82D1B60-D922-6B98-D202-121706FB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193" y="1903129"/>
            <a:ext cx="8054027" cy="452549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9C8DE7-B205-B836-35EE-A4660378EA1B}"/>
              </a:ext>
            </a:extLst>
          </p:cNvPr>
          <p:cNvSpPr txBox="1"/>
          <p:nvPr/>
        </p:nvSpPr>
        <p:spPr>
          <a:xfrm>
            <a:off x="291172" y="429381"/>
            <a:ext cx="640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待っている間はミニゲーム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1E5E56-C270-BAAD-F760-61967EB027E9}"/>
              </a:ext>
            </a:extLst>
          </p:cNvPr>
          <p:cNvSpPr txBox="1"/>
          <p:nvPr/>
        </p:nvSpPr>
        <p:spPr>
          <a:xfrm>
            <a:off x="2592368" y="1155768"/>
            <a:ext cx="650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待っている間はブロック崩しが出来ます</a:t>
            </a:r>
          </a:p>
        </p:txBody>
      </p:sp>
    </p:spTree>
    <p:extLst>
      <p:ext uri="{BB962C8B-B14F-4D97-AF65-F5344CB8AC3E}">
        <p14:creationId xmlns:p14="http://schemas.microsoft.com/office/powerpoint/2010/main" val="312098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271</Words>
  <Application>Microsoft Office PowerPoint</Application>
  <PresentationFormat>ワイド画面</PresentationFormat>
  <Paragraphs>49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長谷川 翔一 / SHOICHI HASEGAWA</dc:creator>
  <cp:lastModifiedBy>長谷川 翔一 / SHOICHI HASEGAWA</cp:lastModifiedBy>
  <cp:revision>2</cp:revision>
  <dcterms:created xsi:type="dcterms:W3CDTF">2026-01-30T09:58:07Z</dcterms:created>
  <dcterms:modified xsi:type="dcterms:W3CDTF">2026-01-30T14:06:00Z</dcterms:modified>
</cp:coreProperties>
</file>